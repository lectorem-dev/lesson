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56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54105"/>
  </p:normalViewPr>
  <p:slideViewPr>
    <p:cSldViewPr snapToGrid="0">
      <p:cViewPr varScale="1">
        <p:scale>
          <a:sx n="67" d="100"/>
          <a:sy n="67" d="100"/>
        </p:scale>
        <p:origin x="10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A11A0-7BAF-854F-AA79-900749AD8E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9810F-3877-4D40-AC69-C9B8898F7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22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надо рассказать про основную идею твоей платформы – предоставлять курс + тест и объяснить с помощью стрелок две вещи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1. Оранжевая стрелка (цикличная пересдача теста урока) – пользовать будет пересдавать тест бесконечно пока не наберет проходной балл, при этом каждый раз вопросы перемешиваются а он не знает на что он ответил правильно а на что нет – придется перечитывать урок и понимать материал. </a:t>
            </a:r>
          </a:p>
          <a:p>
            <a:r>
              <a:rPr lang="ru-RU" dirty="0"/>
              <a:t>2. Зеленая стрелка (цикл открытия новых уроков после успешного прохождения теста предыдущего урока) – раскрываем механику курса проходим урок за уроком и каждый новый тест открывает </a:t>
            </a:r>
            <a:r>
              <a:rPr lang="ru-RU" dirty="0" err="1"/>
              <a:t>некст</a:t>
            </a:r>
            <a:r>
              <a:rPr lang="ru-RU" dirty="0"/>
              <a:t> урок пока не пройдем весь курс. Важно сказать что можно возвращаться на пред уроки и пересдавать старые тесты для увеличения балла и повторения материала</a:t>
            </a:r>
            <a:br>
              <a:rPr lang="ru-RU" dirty="0"/>
            </a:br>
            <a:r>
              <a:rPr lang="ru-RU" dirty="0"/>
              <a:t>Ну а админ просто молодец и сразу после регистрации имеет возможность осуществлять обслуживание платформы и пользователей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810F-3877-4D40-AC69-C9B8898F714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559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4F45-C5AD-42DF-BF11-BA965FEE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F76739-1923-269D-0E69-A0B7B44AB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D616BA7-5440-5978-0EED-8EB953F58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переход мол посмотрим как реализованы данные сценарии и показываем несколько слайдов с </a:t>
            </a:r>
            <a:r>
              <a:rPr lang="ru-RU" dirty="0" err="1"/>
              <a:t>форнтом</a:t>
            </a:r>
            <a:r>
              <a:rPr lang="ru-RU" dirty="0"/>
              <a:t> я бы </a:t>
            </a:r>
            <a:r>
              <a:rPr lang="ru-RU" dirty="0" err="1"/>
              <a:t>слелал</a:t>
            </a:r>
            <a:r>
              <a:rPr lang="ru-RU" dirty="0"/>
              <a:t> следующие слайды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1</a:t>
            </a:r>
            <a:r>
              <a:rPr lang="ru-RU" dirty="0"/>
              <a:t>. Скрин админки + скрин окна добавления пользователя + скрин переноса в архив </a:t>
            </a:r>
            <a:br>
              <a:rPr lang="ru-RU" dirty="0"/>
            </a:br>
            <a:r>
              <a:rPr lang="ru-RU" dirty="0"/>
              <a:t>2. Скрин мейн страницы пользователя с открытыми курсами и прогресс баром </a:t>
            </a:r>
            <a:br>
              <a:rPr lang="ru-RU" dirty="0"/>
            </a:br>
            <a:r>
              <a:rPr lang="ru-RU" dirty="0"/>
              <a:t>3. Скрин урока в </a:t>
            </a:r>
            <a:r>
              <a:rPr lang="en-US" dirty="0"/>
              <a:t>md </a:t>
            </a:r>
            <a:r>
              <a:rPr lang="ru-RU" dirty="0"/>
              <a:t>формате (</a:t>
            </a:r>
            <a:r>
              <a:rPr lang="ru-RU" dirty="0" err="1"/>
              <a:t>нафигарить</a:t>
            </a:r>
            <a:r>
              <a:rPr lang="ru-RU" dirty="0"/>
              <a:t> все чтобы было видно таблицы цитаты и прочие прелести </a:t>
            </a:r>
            <a:r>
              <a:rPr lang="ru-RU" dirty="0" err="1"/>
              <a:t>мд</a:t>
            </a:r>
            <a:r>
              <a:rPr lang="ru-RU" dirty="0"/>
              <a:t> формата и </a:t>
            </a:r>
            <a:r>
              <a:rPr lang="ru-RU" dirty="0" err="1"/>
              <a:t>скзать</a:t>
            </a:r>
            <a:r>
              <a:rPr lang="ru-RU" dirty="0"/>
              <a:t> что это намного удобнее чем все это </a:t>
            </a:r>
            <a:r>
              <a:rPr lang="ru-RU" dirty="0" err="1"/>
              <a:t>верстатить</a:t>
            </a:r>
            <a:r>
              <a:rPr lang="ru-RU" dirty="0"/>
              <a:t> и вообще </a:t>
            </a:r>
            <a:r>
              <a:rPr lang="ru-RU" dirty="0" err="1"/>
              <a:t>мд</a:t>
            </a:r>
            <a:r>
              <a:rPr lang="ru-RU" dirty="0"/>
              <a:t> это </a:t>
            </a:r>
            <a:r>
              <a:rPr lang="ru-RU" dirty="0" err="1"/>
              <a:t>имба</a:t>
            </a:r>
            <a:r>
              <a:rPr lang="ru-RU" dirty="0"/>
              <a:t> формат) </a:t>
            </a:r>
          </a:p>
          <a:p>
            <a:r>
              <a:rPr lang="ru-RU" dirty="0"/>
              <a:t>4. Скрин успешного теста </a:t>
            </a:r>
            <a:br>
              <a:rPr lang="ru-RU" dirty="0"/>
            </a:br>
            <a:r>
              <a:rPr lang="ru-RU" dirty="0"/>
              <a:t>5. Скрин поздравления с завершением тестирования + скрин сертификата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6C5586-4A1F-ECAD-F4EB-912336066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810F-3877-4D40-AC69-C9B8898F714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095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Переход «теперь рассмотрим платформу с точки зрения технологий»</a:t>
            </a:r>
            <a:br>
              <a:rPr lang="ru-RU" dirty="0"/>
            </a:br>
            <a:r>
              <a:rPr lang="ru-RU" dirty="0"/>
              <a:t>Говорим про современный стек и </a:t>
            </a:r>
            <a:r>
              <a:rPr lang="ru-RU" dirty="0" err="1"/>
              <a:t>клиен-ссервисную</a:t>
            </a:r>
            <a:r>
              <a:rPr lang="ru-RU" dirty="0"/>
              <a:t> архитектуру где за фронтенд и </a:t>
            </a:r>
            <a:r>
              <a:rPr lang="ru-RU" dirty="0" err="1"/>
              <a:t>бекенд</a:t>
            </a:r>
            <a:r>
              <a:rPr lang="ru-RU" dirty="0"/>
              <a:t> отвечают два специализированных инструмента – </a:t>
            </a:r>
            <a:r>
              <a:rPr lang="ru-RU" dirty="0" err="1"/>
              <a:t>пайтон</a:t>
            </a:r>
            <a:r>
              <a:rPr lang="ru-RU" dirty="0"/>
              <a:t> и </a:t>
            </a:r>
            <a:r>
              <a:rPr lang="ru-RU" dirty="0" err="1"/>
              <a:t>реакт</a:t>
            </a:r>
            <a:r>
              <a:rPr lang="ru-RU" dirty="0"/>
              <a:t>, отдельно говорим что выбрали прикольную и популярную </a:t>
            </a:r>
            <a:r>
              <a:rPr lang="ru-RU" dirty="0" err="1"/>
              <a:t>бд</a:t>
            </a:r>
            <a:r>
              <a:rPr lang="ru-RU" dirty="0"/>
              <a:t> </a:t>
            </a:r>
            <a:r>
              <a:rPr lang="ru-RU" dirty="0" err="1"/>
              <a:t>постгрес</a:t>
            </a:r>
            <a:r>
              <a:rPr lang="ru-RU" dirty="0"/>
              <a:t> и финализируем тем что у нас применяются технологии </a:t>
            </a:r>
            <a:r>
              <a:rPr lang="ru-RU" dirty="0" err="1"/>
              <a:t>контенерейзации</a:t>
            </a:r>
            <a:r>
              <a:rPr lang="ru-RU" dirty="0"/>
              <a:t> с помощью инструмента докер </a:t>
            </a:r>
            <a:r>
              <a:rPr lang="ru-RU" dirty="0" err="1"/>
              <a:t>композ</a:t>
            </a:r>
            <a:r>
              <a:rPr lang="ru-RU" dirty="0"/>
              <a:t> мы поднимаем все три синих </a:t>
            </a:r>
            <a:r>
              <a:rPr lang="ru-RU" dirty="0" err="1"/>
              <a:t>контенйнера</a:t>
            </a:r>
            <a:r>
              <a:rPr lang="ru-RU" dirty="0"/>
              <a:t> в одном пространстве не привязываясь к софту железной машины и не завися от окружения – можем поднимать где угодно и есть возможность масштабирования.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810F-3877-4D40-AC69-C9B8898F714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279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можно </a:t>
            </a:r>
            <a:r>
              <a:rPr lang="ru-RU" dirty="0" err="1"/>
              <a:t>подушнить</a:t>
            </a:r>
            <a:r>
              <a:rPr lang="ru-RU" dirty="0"/>
              <a:t> и рассказать про конкретные инструменты типа </a:t>
            </a:r>
            <a:r>
              <a:rPr lang="ru-RU" dirty="0" err="1"/>
              <a:t>реакта</a:t>
            </a:r>
            <a:r>
              <a:rPr lang="ru-RU" dirty="0"/>
              <a:t> </a:t>
            </a:r>
            <a:r>
              <a:rPr lang="ru-RU" dirty="0" err="1"/>
              <a:t>тайпскрип</a:t>
            </a:r>
            <a:r>
              <a:rPr lang="ru-RU" dirty="0"/>
              <a:t> миграций и прочего – если надо делай готовь, не надо я бы </a:t>
            </a:r>
            <a:r>
              <a:rPr lang="ru-RU" dirty="0" err="1"/>
              <a:t>мб</a:t>
            </a:r>
            <a:r>
              <a:rPr lang="ru-RU" dirty="0"/>
              <a:t> </a:t>
            </a:r>
            <a:r>
              <a:rPr lang="ru-RU" dirty="0" err="1"/>
              <a:t>скипну</a:t>
            </a:r>
            <a:r>
              <a:rPr lang="ru-RU" dirty="0"/>
              <a:t> потому что возможно это уже слишком душно.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810F-3877-4D40-AC69-C9B8898F714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831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97DED-52AD-B1B5-2673-C6D3615AC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8A79AA-69B9-51EE-72D7-69FCF6DB9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48169E-D182-8159-8961-3C6583DB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C52C81-6CB0-5CB5-F2B5-C149ED99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18666D-5B1F-5CFD-E986-B86E5F88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84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C19C8-A175-7D4F-45F9-2DE8DB11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2EF41F-D0F9-0A99-3D94-86F2095D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CFA727-CC86-5007-6BA6-BB0FC5D1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5E2F4-02BB-0158-E468-3B5B2E11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831866-4EDA-4C85-6342-772DADE8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85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AD975-64AF-84CF-B341-503F05EC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C53249-E544-BBCD-C89F-FD5BDE51B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EA85AA-C7F8-9860-15E5-2C5C63E5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F87338-2632-5FA3-69C8-59DD384D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B89D3D-B158-0724-4DE7-BCCFF6DD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44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7CA80-2A01-4387-C36A-C5B2D169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5AD34A-D1F2-B0F9-9072-DFB03FCBB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56D673-87FE-870C-650E-0862BF2A4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B3426B-DC08-BABC-DAB0-ED3F9ADB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2E88F2-CB91-15BB-7E75-482FAC8F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5B6E18-A587-D4DE-14B1-CA04AD96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60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0AFD0-EC8D-C5ED-5C00-581F0547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46F55E-3BED-B6C2-A374-9970631D6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B1BC79-5EBE-2D0B-D301-6ABBA41FC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9B034D6-D2C0-15C8-D273-209999B85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47832A-1369-D846-AF10-5281060A4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7770B25-A6FC-3B8E-0C35-9C5F5747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DBA426-03F1-7198-E69D-912628A1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A1B98A-001A-47B8-FF51-7883FE9C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3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98093-27F9-6488-BE10-D4A96A55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316979-23FF-4F34-F930-8CA93688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A49ECEB-F035-C2BE-542F-B779C787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49DF7F-01E6-265A-7DB5-9444C33C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1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1C705D-C833-4388-E424-ACAD9F92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447A4E-16E0-0BA0-69D3-954A57E3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2E3EC4-AEC3-51B0-ACF0-DB5B292A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09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37628-43EB-0686-F9B4-601DE9AE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96A05F-82FB-E456-C783-3B1FCF05E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F14C93-F274-CAAF-895B-5B3EE513E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87C776-2A8A-0FFD-F22F-163D8038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86DF1A-9BB9-880D-8455-C300310E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645C0F-DA92-5D46-0DED-F2BBBB4D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56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F4131-5D6B-58F4-4104-BB7AA18E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91EAC7-AB46-A846-0452-9E7690B3D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6EDF3F-5EA9-7A0F-C0F4-F8DF7CB57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AAC437-C45D-2305-2B1A-60A1F2D8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D5456E-54B5-BB37-ACD5-F3670287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9F3E28-D9E3-BD7A-EA22-8B9CC1E9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81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86063-8DFD-DC75-8CBA-E232CC4C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C3223E-C260-9881-377D-F27C10CDF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DF7FFC-68D1-C536-C74C-76E8C21D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6A7E37-2DA7-FFEF-2533-14660CF7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8F97C1-4833-13E0-B558-38383264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60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5D909C-3943-3A15-4C6D-D3874809C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9FD3D8-7690-7654-7375-84BB8D106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B3941-7770-1D63-7EE6-439C2C48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F9E673-730D-7430-C501-D18BC41EC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3873B1-9C7E-5AA6-4A32-A313F68A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43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C6150-E3B9-4530-9D66-2FBE6520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95C871-2598-7492-24EA-F91FCB00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EBE8DE-97BC-857D-C75C-52F9ED535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04CC9-A6C7-1F4C-B6B5-4725CE079DD1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09CFB7-85BE-E6FF-A201-1CDC1DE31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A9ADD2-50A6-E688-6591-B74C40A62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23BE8-73D4-934C-B653-942C012F6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85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23530-00E5-9473-9468-498BCFEF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F0767C-5729-C4B0-2B9F-9A223924C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2" y="892117"/>
            <a:ext cx="10892835" cy="57384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CF95AF-6D4E-2D06-C887-554E5F5CD4A3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Сценарии использования платформы (</a:t>
            </a:r>
            <a:r>
              <a:rPr lang="en-US" sz="2800" dirty="0">
                <a:latin typeface="Comic Sans MS" panose="030F0902030302020204" pitchFamily="66" charset="0"/>
              </a:rPr>
              <a:t>use-case</a:t>
            </a:r>
            <a:r>
              <a:rPr lang="ru-R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065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A5EA-0F1A-38E1-1FD7-BF864E3F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214298-3F22-04C6-76AE-3EC6293EA8D1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Бам-бам-бам </a:t>
            </a:r>
            <a:r>
              <a:rPr lang="en-US" sz="2800" dirty="0"/>
              <a:t>frontend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1491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A6C8F4-FCF0-1C7F-60B8-251B4D180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035" y="925833"/>
            <a:ext cx="9373929" cy="5006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EFD8F3-2B2F-BF52-BCAF-DF6CB9BE7516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Используемые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1205471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69FA-4443-F54C-E41C-6BFA6443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BF6D20-4D07-975F-F7A3-B9135EF842A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Технические особенности реализации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439EDFB-655D-BD14-18AB-BC8995E00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005546"/>
              </p:ext>
            </p:extLst>
          </p:nvPr>
        </p:nvGraphicFramePr>
        <p:xfrm>
          <a:off x="663908" y="1665122"/>
          <a:ext cx="5043214" cy="32700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9832">
                  <a:extLst>
                    <a:ext uri="{9D8B030D-6E8A-4147-A177-3AD203B41FA5}">
                      <a16:colId xmlns:a16="http://schemas.microsoft.com/office/drawing/2014/main" val="694511069"/>
                    </a:ext>
                  </a:extLst>
                </a:gridCol>
                <a:gridCol w="3153382">
                  <a:extLst>
                    <a:ext uri="{9D8B030D-6E8A-4147-A177-3AD203B41FA5}">
                      <a16:colId xmlns:a16="http://schemas.microsoft.com/office/drawing/2014/main" val="755721869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b="1" u="none" strike="noStrike" dirty="0">
                          <a:effectLst/>
                        </a:rPr>
                        <a:t>Компонент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b="1" u="none" strike="noStrike" dirty="0">
                          <a:effectLst/>
                        </a:rPr>
                        <a:t>Технология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56423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Frontend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React + TypeScript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38858102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Backend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 dirty="0" err="1">
                          <a:effectLst/>
                        </a:rPr>
                        <a:t>FastAPI</a:t>
                      </a:r>
                      <a:r>
                        <a:rPr lang="ru-RU" sz="1800" u="none" strike="noStrike" dirty="0">
                          <a:effectLst/>
                        </a:rPr>
                        <a:t> (Python)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94050132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База данных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PostgreSQL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506405416"/>
                  </a:ext>
                </a:extLst>
              </a:tr>
              <a:tr h="32363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 dirty="0">
                          <a:effectLst/>
                        </a:rPr>
                        <a:t>Аутентификация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JWT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92862757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ORM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SQLAlchemy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6268377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Миграции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 dirty="0" err="1">
                          <a:effectLst/>
                        </a:rPr>
                        <a:t>Alembic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43456855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Контент курса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 dirty="0" err="1">
                          <a:effectLst/>
                        </a:rPr>
                        <a:t>Markdown</a:t>
                      </a:r>
                      <a:r>
                        <a:rPr lang="ru-RU" sz="1800" u="none" strike="noStrike" dirty="0">
                          <a:effectLst/>
                        </a:rPr>
                        <a:t> + JSON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33768089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>
                          <a:effectLst/>
                        </a:rPr>
                        <a:t>Сертификаты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ru-RU" sz="1800" u="none" strike="noStrike" dirty="0">
                          <a:effectLst/>
                        </a:rPr>
                        <a:t>PDF (</a:t>
                      </a:r>
                      <a:r>
                        <a:rPr lang="ru-RU" sz="1800" u="none" strike="noStrike" dirty="0" err="1">
                          <a:effectLst/>
                        </a:rPr>
                        <a:t>ReportLab</a:t>
                      </a:r>
                      <a:r>
                        <a:rPr lang="ru-RU" sz="1800" u="none" strike="noStrike" dirty="0">
                          <a:effectLst/>
                        </a:rPr>
                        <a:t>)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omic Sans MS Bold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12826687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2FBC31E-8C1A-29CF-BB0A-03D82F26AB12}"/>
              </a:ext>
            </a:extLst>
          </p:cNvPr>
          <p:cNvSpPr txBox="1"/>
          <p:nvPr/>
        </p:nvSpPr>
        <p:spPr>
          <a:xfrm>
            <a:off x="6591741" y="1665122"/>
            <a:ext cx="493635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решения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 отделён от программного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импорт уроков и тестов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Бальная система тестирования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генерация сертификата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текстов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8291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433</Words>
  <Application>Microsoft Macintosh PowerPoint</Application>
  <PresentationFormat>Широкоэкранный</PresentationFormat>
  <Paragraphs>38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Comic Sans MS</vt:lpstr>
      <vt:lpstr>Comic Sans MS Bold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Кукин</dc:creator>
  <cp:lastModifiedBy>Николай Кукин</cp:lastModifiedBy>
  <cp:revision>2</cp:revision>
  <dcterms:created xsi:type="dcterms:W3CDTF">2026-06-24T06:12:19Z</dcterms:created>
  <dcterms:modified xsi:type="dcterms:W3CDTF">2026-06-24T08:18:39Z</dcterms:modified>
</cp:coreProperties>
</file>